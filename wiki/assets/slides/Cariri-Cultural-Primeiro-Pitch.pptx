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B85042">
              <a:alpha val="15000"/>
            </a:srgbClr>
          </a:solidFill>
          <a:ln w="12700">
            <a:solidFill>
              <a:srgbClr val="B85042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011680"/>
            <a:ext cx="3200400" cy="3200400"/>
          </a:xfrm>
          <a:prstGeom prst="ellipse">
            <a:avLst/>
          </a:prstGeom>
          <a:solidFill>
            <a:srgbClr val="D4813A">
              <a:alpha val="12000"/>
            </a:srgbClr>
          </a:solidFill>
          <a:ln w="12700">
            <a:solidFill>
              <a:srgbClr val="D4813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377440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 PRODUTO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Cariri Cultural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unificada para descoberta turística, gastronômica e cultural do </a:t>
            </a:r>
            <a:pPr algn="l" indent="0" marL="0">
              <a:buNone/>
            </a:pPr>
            <a:r>
              <a:rPr lang="en-US" sz="1600" b="1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Cariri Cearense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4114800" cy="36576"/>
          </a:xfrm>
          <a:prstGeom prst="rect">
            <a:avLst/>
          </a:prstGeom>
          <a:solidFill>
            <a:srgbClr val="D4813A"/>
          </a:solidFill>
          <a:ln w="12700">
            <a:solidFill>
              <a:srgbClr val="D48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Cariri Cultural  ·  Junho 2026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Informação turística fragmentada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7472" y="17373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737360"/>
            <a:ext cx="265176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9202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4203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Dispersas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035808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espalhadas entre redes sociais, blogs, influenciadores e portais institucionais sem conexão.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17373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737360"/>
            <a:ext cx="265176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9202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254203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Experiência Fragmentada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10128" y="3035808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 precisam consultar múltiplas plataformas para planejar uma simples visita ao Cariri.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53328" y="17373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53328" y="1737360"/>
            <a:ext cx="265176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9202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63056" y="254203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Potencial Subutilizado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63056" y="3035808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 patrimônio cultural e turístico da região fica invisível pela falta de uma vitrine unificada.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turista se sente desorientado e desmotivado por não dispor de uma fonte acessível de informações sobre a cultura da região.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o problema acontece?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Cariri Cearense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região do Cariri, no sul do Ceará, concentra um dos patrimônios culturais e naturais mais ricos do Nordeste — do Geopark Araripe a um dos maiores polos religiosos do país.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Apesar do apelo turístico, a informação sobre atrações, eventos e gastronomia local permanece fragmentada e dispersa, prejudicando a experiência de visitantes e o desenvolvimento econômico da região.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0" y="1572768"/>
            <a:ext cx="3931920" cy="914400"/>
          </a:xfrm>
          <a:prstGeom prst="rect">
            <a:avLst/>
          </a:prstGeom>
          <a:solidFill>
            <a:srgbClr val="F0EAE4"/>
          </a:solidFill>
          <a:ln w="12700">
            <a:solidFill>
              <a:srgbClr val="F0EAE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572768"/>
            <a:ext cx="64008" cy="9144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83480" y="189280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Cariri Cearense — Juazeiro, Crato, Barbalha e entorno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651760"/>
            <a:ext cx="3931920" cy="914400"/>
          </a:xfrm>
          <a:prstGeom prst="rect">
            <a:avLst/>
          </a:prstGeom>
          <a:solidFill>
            <a:srgbClr val="F0EAE4"/>
          </a:solidFill>
          <a:ln w="12700">
            <a:solidFill>
              <a:srgbClr val="F0EAE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651760"/>
            <a:ext cx="64008" cy="9144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ATUAL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83480" y="2971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turísticas distribuídas em dezenas de fontes desconectadas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730752"/>
            <a:ext cx="3931920" cy="914400"/>
          </a:xfrm>
          <a:prstGeom prst="rect">
            <a:avLst/>
          </a:prstGeom>
          <a:solidFill>
            <a:srgbClr val="F0EAE4"/>
          </a:solidFill>
          <a:ln w="12700">
            <a:solidFill>
              <a:srgbClr val="F0EAE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3730752"/>
            <a:ext cx="64008" cy="9144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803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405079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plataforma regional unificada de turismo e cultura existe hoje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região com identidade cultural única — e sem uma plataforma digital à altura.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813A"/>
          </a:solidFill>
          <a:ln w="12700">
            <a:solidFill>
              <a:srgbClr val="D48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vai usar o Cariri Cultural?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69080" cy="1234440"/>
          </a:xfrm>
          <a:prstGeom prst="rect">
            <a:avLst/>
          </a:prstGeom>
          <a:solidFill>
            <a:srgbClr val="2E1F14"/>
          </a:solidFill>
          <a:ln w="12700">
            <a:solidFill>
              <a:srgbClr val="2E1F1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64008" cy="1234440"/>
          </a:xfrm>
          <a:prstGeom prst="rect">
            <a:avLst/>
          </a:prstGeom>
          <a:solidFill>
            <a:srgbClr val="D4813A"/>
          </a:solidFill>
          <a:ln w="12700">
            <a:solidFill>
              <a:srgbClr val="D481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562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801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Turistas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70432" y="21671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 que buscam planejar roteiros e descobrir atrações, sem saber por onde começar.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691640"/>
            <a:ext cx="4069080" cy="1234440"/>
          </a:xfrm>
          <a:prstGeom prst="rect">
            <a:avLst/>
          </a:prstGeom>
          <a:solidFill>
            <a:srgbClr val="2E1F14"/>
          </a:solidFill>
          <a:ln w="12700">
            <a:solidFill>
              <a:srgbClr val="2E1F1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691640"/>
            <a:ext cx="64008" cy="1234440"/>
          </a:xfrm>
          <a:prstGeom prst="rect">
            <a:avLst/>
          </a:prstGeom>
          <a:solidFill>
            <a:srgbClr val="D4813A"/>
          </a:solidFill>
          <a:ln w="12700">
            <a:solidFill>
              <a:srgbClr val="D481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562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05272" y="1801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Novos Moradores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605272" y="21671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recém-chegadas à região que querem explorar a cultura e gastronomia local.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108960"/>
            <a:ext cx="4069080" cy="1234440"/>
          </a:xfrm>
          <a:prstGeom prst="rect">
            <a:avLst/>
          </a:prstGeom>
          <a:solidFill>
            <a:srgbClr val="2E1F14"/>
          </a:solidFill>
          <a:ln w="12700">
            <a:solidFill>
              <a:srgbClr val="2E1F1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108960"/>
            <a:ext cx="64008" cy="1234440"/>
          </a:xfrm>
          <a:prstGeom prst="rect">
            <a:avLst/>
          </a:prstGeom>
          <a:solidFill>
            <a:srgbClr val="D4813A"/>
          </a:solidFill>
          <a:ln w="12700">
            <a:solidFill>
              <a:srgbClr val="D4813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7355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0432" y="3218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Pesquisadores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170432" y="358444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Acadêmicos e jornalistas que precisam de fontes confiáveis sobre a história e cultura do Cariri.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3108960"/>
            <a:ext cx="4069080" cy="1234440"/>
          </a:xfrm>
          <a:prstGeom prst="rect">
            <a:avLst/>
          </a:prstGeom>
          <a:solidFill>
            <a:srgbClr val="2E1F14"/>
          </a:solidFill>
          <a:ln w="12700">
            <a:solidFill>
              <a:srgbClr val="2E1F1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3108960"/>
            <a:ext cx="64008" cy="1234440"/>
          </a:xfrm>
          <a:prstGeom prst="rect">
            <a:avLst/>
          </a:prstGeom>
          <a:solidFill>
            <a:srgbClr val="D4813A"/>
          </a:solidFill>
          <a:ln w="12700">
            <a:solidFill>
              <a:srgbClr val="D4813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7355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05272" y="3218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Moradores Buscando Novas Experiências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605272" y="358444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que já moram na região mas querem ter novas experiências para aumentar seu repertório.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813A"/>
          </a:solidFill>
          <a:ln w="12700">
            <a:solidFill>
              <a:srgbClr val="D4813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pensada para conectar pessoas à identidade cultural do Cariri.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este problema importa?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27632"/>
            <a:ext cx="265176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5564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Municípios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75488" y="24505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 principal: Juazeiro, Crato e Barbalha (CRAJUBAR)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627632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627632"/>
            <a:ext cx="265176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75564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+3.5M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28416" y="24505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incluindo moradores e turistas periódicos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71616" y="1627632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627632"/>
            <a:ext cx="265176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75564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81344" y="24505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regionais unificadas hoje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Justificativa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fragmentação de informações reduz a permanência e o gasto médio do turista na região.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Cariri possui um calendário cultural intenso (Expocrato, Festa de Santo Antônio, Romarias) ainda pouco digitalmente acessível.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nacionais genéricas (Google, TripAdvisor) cobrem a região de forma superficial e desatualizada.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possui potencial de impacto direto sobre o desenvolvimento econômico local.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PROPOSTA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Cariri Explorer — plataforma unificada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4069080" cy="3291840"/>
          </a:xfrm>
          <a:prstGeom prst="rect">
            <a:avLst/>
          </a:prstGeom>
          <a:solidFill>
            <a:srgbClr val="F0EAE4"/>
          </a:solidFill>
          <a:ln w="12700">
            <a:solidFill>
              <a:srgbClr val="F0EAE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72768"/>
            <a:ext cx="406908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1755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Catálogo Turístico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48716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turísticos e naturais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e gastronomia local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 culturais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e festividades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histórico e regional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00600" y="1572768"/>
            <a:ext cx="4069080" cy="3291840"/>
          </a:xfrm>
          <a:prstGeom prst="rect">
            <a:avLst/>
          </a:prstGeom>
          <a:solidFill>
            <a:srgbClr val="F0EAE4"/>
          </a:solidFill>
          <a:ln w="12700">
            <a:solidFill>
              <a:srgbClr val="F0EAE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572768"/>
            <a:ext cx="4069080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5564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0136" y="1755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Assistente Conversacional IA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83480" y="248716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contextualizadas sobre a região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interativo de locais e experiências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 visuais e linhas do tempo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culturais aprofundadas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+ IA — uma experiência integrada para todos os públicos.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813A"/>
          </a:solidFill>
          <a:ln w="12700">
            <a:solidFill>
              <a:srgbClr val="D48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Cariri Explorer se sustenta?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819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Monetização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931920" cy="777240"/>
          </a:xfrm>
          <a:prstGeom prst="rect">
            <a:avLst/>
          </a:prstGeom>
          <a:solidFill>
            <a:srgbClr val="2E1F14"/>
          </a:solidFill>
          <a:ln w="12700">
            <a:solidFill>
              <a:srgbClr val="2E1F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57400"/>
            <a:ext cx="54864" cy="777240"/>
          </a:xfrm>
          <a:prstGeom prst="rect">
            <a:avLst/>
          </a:prstGeom>
          <a:solidFill>
            <a:srgbClr val="D4813A"/>
          </a:solidFill>
          <a:ln w="12700">
            <a:solidFill>
              <a:srgbClr val="D481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21122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Destaque Patrocinado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33856" y="2423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Estabelecimentos promovem seu espaço em posições de destaque na plataforma.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953512"/>
            <a:ext cx="3931920" cy="777240"/>
          </a:xfrm>
          <a:prstGeom prst="rect">
            <a:avLst/>
          </a:prstGeom>
          <a:solidFill>
            <a:srgbClr val="2E1F14"/>
          </a:solidFill>
          <a:ln w="12700">
            <a:solidFill>
              <a:srgbClr val="2E1F1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953512"/>
            <a:ext cx="54864" cy="777240"/>
          </a:xfrm>
          <a:prstGeom prst="rect">
            <a:avLst/>
          </a:prstGeom>
          <a:solidFill>
            <a:srgbClr val="D4813A"/>
          </a:solidFill>
          <a:ln w="12700">
            <a:solidFill>
              <a:srgbClr val="D481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9067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33856" y="3008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Perfis Premium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33856" y="33192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avançadas para negócios locais: analytics, fotos e atualizações.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849624"/>
            <a:ext cx="3931920" cy="777240"/>
          </a:xfrm>
          <a:prstGeom prst="rect">
            <a:avLst/>
          </a:prstGeom>
          <a:solidFill>
            <a:srgbClr val="2E1F14"/>
          </a:solidFill>
          <a:ln w="12700">
            <a:solidFill>
              <a:srgbClr val="2E1F1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849624"/>
            <a:ext cx="54864" cy="777240"/>
          </a:xfrm>
          <a:prstGeom prst="rect">
            <a:avLst/>
          </a:prstGeom>
          <a:solidFill>
            <a:srgbClr val="D4813A"/>
          </a:solidFill>
          <a:ln w="12700">
            <a:solidFill>
              <a:srgbClr val="D4813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86784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33856" y="3904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Parcerias Institucionais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33856" y="42153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Órgãos de turismo e cultura investem em conteúdo patrocinado e integração.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754880" y="15819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Distribuição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754880" y="205740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Agências de turismo regionais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Prefeituras e Secretarias de Cultura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Aeroporto de Juazeiro do Norte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de atendimento ao turista (CAT)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7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digitais segmentadas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4813A"/>
          </a:solidFill>
          <a:ln w="12700">
            <a:solidFill>
              <a:srgbClr val="D4813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 local + impacto regional — crescimento sustentado por parcerias e publicidade segmentada.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731520"/>
            <a:ext cx="5029200" cy="5029200"/>
          </a:xfrm>
          <a:prstGeom prst="ellipse">
            <a:avLst/>
          </a:prstGeom>
          <a:solidFill>
            <a:srgbClr val="B85042">
              <a:alpha val="12000"/>
            </a:srgbClr>
          </a:solidFill>
          <a:ln w="12700">
            <a:solidFill>
              <a:srgbClr val="B85042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estamos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para onde vamos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6858000" cy="594360"/>
          </a:xfrm>
          <a:prstGeom prst="rect">
            <a:avLst/>
          </a:prstGeom>
          <a:solidFill>
            <a:srgbClr val="2E1F14"/>
          </a:solidFill>
          <a:ln w="12700">
            <a:solidFill>
              <a:srgbClr val="2E1F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920240"/>
            <a:ext cx="54864" cy="594360"/>
          </a:xfrm>
          <a:prstGeom prst="rect">
            <a:avLst/>
          </a:prstGeom>
          <a:solidFill>
            <a:srgbClr val="D4813A"/>
          </a:solidFill>
          <a:ln w="12700">
            <a:solidFill>
              <a:srgbClr val="D481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Levantamento de Requisitos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20665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624328"/>
            <a:ext cx="6858000" cy="594360"/>
          </a:xfrm>
          <a:prstGeom prst="rect">
            <a:avLst/>
          </a:prstGeom>
          <a:solidFill>
            <a:srgbClr val="2E1F14"/>
          </a:solidFill>
          <a:ln w="12700">
            <a:solidFill>
              <a:srgbClr val="2E1F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24328"/>
            <a:ext cx="54864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15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8448" y="2715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Validação com Usuários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2770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etapa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6858000" cy="594360"/>
          </a:xfrm>
          <a:prstGeom prst="rect">
            <a:avLst/>
          </a:prstGeom>
          <a:solidFill>
            <a:srgbClr val="2E1F14"/>
          </a:solidFill>
          <a:ln w="12700">
            <a:solidFill>
              <a:srgbClr val="2E1F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328416"/>
            <a:ext cx="54864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198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8448" y="34198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Definição de Arquitetura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474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032504"/>
            <a:ext cx="6858000" cy="594360"/>
          </a:xfrm>
          <a:prstGeom prst="rect">
            <a:avLst/>
          </a:prstGeom>
          <a:solidFill>
            <a:srgbClr val="2E1F14"/>
          </a:solidFill>
          <a:ln w="12700">
            <a:solidFill>
              <a:srgbClr val="2E1F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032504"/>
            <a:ext cx="54864" cy="594360"/>
          </a:xfrm>
          <a:prstGeom prst="rect">
            <a:avLst/>
          </a:prstGeom>
          <a:solidFill>
            <a:srgbClr val="6B6060"/>
          </a:solidFill>
          <a:ln w="12700">
            <a:solidFill>
              <a:srgbClr val="6B6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239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6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98448" y="412394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Prototipação e MVP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4178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617720"/>
            <a:ext cx="777240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736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Cariri Explorer  ·  Grupo  ·  Junho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Cariri Explorer – Pitch</dc:title>
  <dc:subject>PptxGenJS Presentation</dc:subject>
  <dc:creator>Grupo Cariri Explorer</dc:creator>
  <cp:lastModifiedBy>Grupo Cariri Explorer</cp:lastModifiedBy>
  <cp:revision>1</cp:revision>
  <dcterms:created xsi:type="dcterms:W3CDTF">2026-05-30T22:25:57Z</dcterms:created>
  <dcterms:modified xsi:type="dcterms:W3CDTF">2026-05-30T22:25:57Z</dcterms:modified>
</cp:coreProperties>
</file>